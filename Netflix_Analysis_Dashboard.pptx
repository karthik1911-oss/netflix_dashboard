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Movies vs TV Shows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B3B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Movies</c:v>
                  </c:pt>
                  <c:pt idx="1">
                    <c:v>TV Shows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6131</c:v>
                </c:pt>
                <c:pt idx="1">
                  <c:v>2676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2D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F1F1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Top 5 Countries by Content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USA</c:v>
                  </c:pt>
                  <c:pt idx="1">
                    <c:v>India</c:v>
                  </c:pt>
                  <c:pt idx="2">
                    <c:v>UK</c:v>
                  </c:pt>
                  <c:pt idx="3">
                    <c:v>Canada</c:v>
                  </c:pt>
                  <c:pt idx="4">
                    <c:v>France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3689</c:v>
                </c:pt>
                <c:pt idx="1">
                  <c:v>972</c:v>
                </c:pt>
                <c:pt idx="2">
                  <c:v>419</c:v>
                </c:pt>
                <c:pt idx="3">
                  <c:v>282</c:v>
                </c:pt>
                <c:pt idx="4">
                  <c:v>245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2D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F1F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powerbi.com/view?r=eyJrIjoiYWFkMzRmZTUtOTUzMC00NGY3LTlkYzctOWU1YzM3ZjVmNThhIiwidCI6Ijk5NjZlZDFmLWI4ODEtNGM3Mi04YzRmLWQ2MjdlN2Q5MDVkYSJ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3B3B3"/>
                </a:solidFill>
              </a:rPr>
              <a:t>DATA ANALYTICS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509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NETFLIX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Dashboard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3B3B3"/>
                </a:solidFill>
              </a:rPr>
              <a:t>Transforming Raw Data into Actionable Streaming Insights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246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KARTHIK RAJ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3703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B3B3"/>
                </a:solidFill>
              </a:rPr>
              <a:t>Aspiring Data Analyst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114800"/>
            <a:ext cx="411480" cy="41148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4178808"/>
            <a:ext cx="283464" cy="2834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5000+ Titles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26080" y="4114800"/>
            <a:ext cx="411480" cy="41148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417880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Movies &amp; Shows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54880" y="4114800"/>
            <a:ext cx="411480" cy="41148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417880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8056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Global Data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583680" y="4114800"/>
            <a:ext cx="411480" cy="41148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17880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9360" y="4572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BI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474720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📌 What is this project?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An interactive Netflix Analysis Dashboard built using Power BI, based on a dataset sourced from Kaggle with 5000+ records. This project transforms raw streaming data into meaningful visual insights.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🎯 Objectives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Analyze content by type, genre, country &amp; year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Identify top-rated titles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Compare Movies vs TV Shows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Deliver data-driven business insights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3474720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148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❗ Problem Statement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1508760"/>
            <a:ext cx="3657600" cy="53035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6002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🎬 What type of content is most popular?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194560"/>
            <a:ext cx="3657600" cy="53035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286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🌍 Which countries produce the most content?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880360"/>
            <a:ext cx="3657600" cy="53035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9718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⭐ How do ratings vary across genres?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566160"/>
            <a:ext cx="3657600" cy="53035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657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Movies vs TV Shows distribution?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4632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Netflix Analysis Dashboard  |  Karthik raj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TOOLS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8755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960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~5,000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56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914400"/>
            <a:ext cx="25603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98755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960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88620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914400"/>
            <a:ext cx="25603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8755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960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Kaggle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72084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4320" y="2011680"/>
            <a:ext cx="3931920" cy="2606040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📂 Dataset Features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251460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FFFFFF"/>
                </a:solidFill>
              </a:rPr>
              <a:t>Title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FFFFFF"/>
                </a:solidFill>
              </a:rPr>
              <a:t>Type (Movie / TV Show)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FFFFFF"/>
                </a:solidFill>
              </a:rPr>
              <a:t>Country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FFFFFF"/>
                </a:solidFill>
              </a:rPr>
              <a:t>Genre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FFFFFF"/>
                </a:solidFill>
              </a:rPr>
              <a:t>Rating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FFFFFF"/>
                </a:solidFill>
              </a:rPr>
              <a:t>Release Year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FFFFFF"/>
                </a:solidFill>
              </a:rPr>
              <a:t>Duration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FFFFFF"/>
                </a:solidFill>
              </a:rPr>
              <a:t>Description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0" y="2011680"/>
            <a:ext cx="4297680" cy="2606040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🛠️ Tools &amp; Technologies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754880" y="2514600"/>
            <a:ext cx="384048" cy="38404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56032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30368" y="25146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Advanced Excel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230368" y="27614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Data Cleaning &amp; Formatting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754880" y="3200400"/>
            <a:ext cx="384048" cy="38404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24612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0368" y="3200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Power BI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230368" y="34472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Dashboard &amp; Visualizations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886200"/>
            <a:ext cx="384048" cy="38404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93192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30368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Query Editor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230368" y="41330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ETL – Transform &amp; Model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274320" y="484632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Netflix Analysis Dashboard  |  Karthik raj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TRANSFORMATION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566160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📗 Advanced Excel — Data Cleaning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56032" cy="256032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48132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Removed null and inconsistent values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029968"/>
            <a:ext cx="256032" cy="256032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0482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20299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Standardized column formats across dataset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1480" y="2596896"/>
            <a:ext cx="256032" cy="256032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6151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" y="25968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Cleaned text fields (genres, countries)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11480" y="3163824"/>
            <a:ext cx="256032" cy="256032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18211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" y="31638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Eliminated duplicate records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11480" y="3730752"/>
            <a:ext cx="256032" cy="256032"/>
          </a:xfrm>
          <a:prstGeom prst="ellipse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749040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9808" y="3730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Formatted date and numeric columns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846320" y="914400"/>
            <a:ext cx="4023360" cy="3566160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983480" y="987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</a:rPr>
              <a:t>⚙️ Power Query Editor — ETL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983480" y="1463040"/>
            <a:ext cx="256032" cy="25603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1481328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21808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Converted and standardized data types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983480" y="2029968"/>
            <a:ext cx="256032" cy="25603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2048256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21808" y="20299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Split and merged relevant columns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4983480" y="2596896"/>
            <a:ext cx="256032" cy="25603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1768" y="2615184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321808" y="25968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Created calculated custom columns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4983480" y="3163824"/>
            <a:ext cx="256032" cy="25603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1768" y="3182112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321808" y="31638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filters and sorting rules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4983480" y="3730752"/>
            <a:ext cx="256032" cy="25603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1768" y="3749040"/>
            <a:ext cx="219456" cy="219456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321808" y="3730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Structured dataset for Power BI modeling</a:t>
            </a:r>
            <a:endParaRPr lang="en-US" sz="1100" dirty="0"/>
          </a:p>
        </p:txBody>
      </p:sp>
      <p:sp>
        <p:nvSpPr>
          <p:cNvPr id="4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274320" y="484632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Netflix Analysis Dashboard  |  Karthik raj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804672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8046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33856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3327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Titles 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6245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Overview of all Netflix titles in the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804672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64008" cy="8046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133856"/>
            <a:ext cx="457200" cy="45720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03327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Average Rating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136245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Mean rating across all content 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4114800" cy="804672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920240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09397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199339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Genre Filter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3225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Interactive slicer to filter by content genre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920240"/>
            <a:ext cx="4114800" cy="804672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920240"/>
            <a:ext cx="64008" cy="8046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093976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199339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Country-wise Distribution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3225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Map visual showing content by country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880360"/>
            <a:ext cx="4114800" cy="804672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880360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05409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295351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Year-wise Content Growth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32826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Line chart of content additions over years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804672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880360"/>
            <a:ext cx="64008" cy="8046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054096"/>
            <a:ext cx="457200" cy="45720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295351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Movies vs TV Shows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32826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Donut chart comparing content types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840480"/>
            <a:ext cx="4114800" cy="804672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840480"/>
            <a:ext cx="64008" cy="8046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014216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0120" y="391363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Top 10 Rated Titles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60120" y="424281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Bar chart of highest-rated Netflix titles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4632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Netflix Analysis Dashboard  |  Karthik raj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PREVIEW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1F1F1F"/>
          </a:solidFill>
          <a:ln w="25400">
            <a:solidFill>
              <a:srgbClr val="2D2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🎬  NETFLIX CONTENT ANALYSIS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173736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</a:rPr>
              <a:t>8,807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80136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Total Titles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173736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</a:rPr>
              <a:t>6.4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80136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Avg Rating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173736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</a:rPr>
              <a:t>190+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180136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Countries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29400" y="1463040"/>
            <a:ext cx="173736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914"/>
                </a:solidFill>
              </a:rPr>
              <a:t>2021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180136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Latest Year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2148840"/>
            <a:ext cx="384048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1762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B3B3"/>
                </a:solidFill>
              </a:rPr>
              <a:t>📊 Content by Country (Top 10)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2240280"/>
            <a:ext cx="457200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17320" y="2514600"/>
            <a:ext cx="457200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2606040"/>
            <a:ext cx="457200" cy="4572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2697480"/>
            <a:ext cx="45720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743200"/>
            <a:ext cx="457200" cy="3200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2103120"/>
            <a:ext cx="1280160" cy="128016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7800" y="2331720"/>
            <a:ext cx="822960" cy="822960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5603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3B3B3"/>
                </a:solidFill>
              </a:rPr>
              <a:t>Movies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3B3B3"/>
                </a:solidFill>
              </a:rPr>
              <a:t>vs Shows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492240" y="2148840"/>
            <a:ext cx="201168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1762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3B3B3"/>
                </a:solidFill>
              </a:rPr>
              <a:t>📈 Growth by Year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1F1F1F"/>
          </a:solidFill>
          <a:ln w="25400">
            <a:solidFill>
              <a:srgbClr val="E509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407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B3B3"/>
                </a:solidFill>
              </a:rPr>
              <a:t>🔗 View Live Dashboard: </a:t>
            </a:r>
            <a:endParaRPr lang="en-US" sz="1200" dirty="0"/>
          </a:p>
        </p:txBody>
      </p:sp>
      <p:sp>
        <p:nvSpPr>
          <p:cNvPr id="33" name="Text 31">
            <a:hlinkClick r:id="rId1" tooltip=""/>
          </p:cNvPr>
          <p:cNvSpPr/>
          <p:nvPr/>
        </p:nvSpPr>
        <p:spPr>
          <a:xfrm>
            <a:off x="3200400" y="44074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u="sng" dirty="0">
                <a:solidFill>
                  <a:srgbClr val="00B4D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https://app.powerbi.com/view?r=eyJrIjoiYWFkMzRmZTUtOTUzMC00NGY3LTlkYzctOWU1YzM3ZjVmNThhIiwidCI6Ijk5NjZlZDFmLWI4ODEtNGM3Mi04YzRmLWQ2MjdlN2Q5MDVkYSJ9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Netflix Analysis Dashboard  |  Karthik raj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IMPORTANCE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657600"/>
            <a:ext cx="4114800" cy="45720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🎬 Movies account for ~70% of all Netflix content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754880" y="3657600"/>
            <a:ext cx="4114800" cy="45720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46320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🌍 USA is the top producer with 3,689+ titles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74320" y="4206240"/>
            <a:ext cx="4114800" cy="45720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4297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📅 Content peaked significantly after 2015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754880" y="4206240"/>
            <a:ext cx="4114800" cy="457200"/>
          </a:xfrm>
          <a:prstGeom prst="rect">
            <a:avLst/>
          </a:prstGeom>
          <a:solidFill>
            <a:srgbClr val="1F1F1F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4297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⭐ TV-MA &amp; TV-14 are the most common ratings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484632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Netflix Analysis Dashboard  |  Karthik raj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D0D0"/>
                </a:solidFill>
              </a:rPr>
              <a:t>Transforming raw data into actionable streaming intelligence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1828800" cy="1645920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651760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71576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 Cleaning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</a:rPr>
              <a:t>Excel-powered preprocessing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60320" y="2560320"/>
            <a:ext cx="1828800" cy="1645920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2651760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71576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ETL Pipeline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560320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</a:rPr>
              <a:t>Power Query transformation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63440" y="2560320"/>
            <a:ext cx="1828800" cy="1645920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49240" y="2651760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71576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6344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Visualization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663440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</a:rPr>
              <a:t>Power BI dashboards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766560" y="2560320"/>
            <a:ext cx="1828800" cy="1645920"/>
          </a:xfrm>
          <a:prstGeom prst="rect">
            <a:avLst/>
          </a:prstGeom>
          <a:solidFill>
            <a:srgbClr val="1F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52360" y="2651760"/>
            <a:ext cx="457200" cy="45720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271576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Business Insights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766560" y="3456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</a:rPr>
              <a:t>Data-driven decisions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1828800" y="4343400"/>
            <a:ext cx="5486400" cy="685800"/>
          </a:xfrm>
          <a:prstGeom prst="rect">
            <a:avLst/>
          </a:prstGeom>
          <a:solidFill>
            <a:srgbClr val="1F1F1F"/>
          </a:solidFill>
          <a:ln w="25400">
            <a:solidFill>
              <a:srgbClr val="E5091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440740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514600" y="44805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Karthik raj  |  Aspiring Data Analyst  |  Power BI • Excel • ETL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Analysis Dashboard</dc:title>
  <dc:subject>PptxGenJS Presentation</dc:subject>
  <dc:creator>Karthik raj</dc:creator>
  <cp:lastModifiedBy>Karthik raj</cp:lastModifiedBy>
  <cp:revision>1</cp:revision>
  <dcterms:created xsi:type="dcterms:W3CDTF">2026-04-29T08:14:23Z</dcterms:created>
  <dcterms:modified xsi:type="dcterms:W3CDTF">2026-04-29T08:14:23Z</dcterms:modified>
</cp:coreProperties>
</file>